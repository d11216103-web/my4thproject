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2130480"/>
            <a:ext cx="7772040" cy="68130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85800" y="2130480"/>
            <a:ext cx="7772040" cy="68130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2261146D-4803-4C58-99BF-F4441A84EFC6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10/31/25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CF0CE5AF-D8FB-4520-B3E7-27BB0FE4CC7E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請按這裡編輯大綱文字格式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第二個大綱層次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第三個大綱層次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第四個大綱層次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第五個大綱層次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第六個大綱層次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第七個大綱層次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</p:spPr>
        <p:txBody>
          <a:bodyPr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1B8B5BDB-2D42-44E8-947C-6B4539A4B74B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10/31/25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CB0AEE7E-B87B-44FF-8C4F-A2E0A811165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Nintendo Switch 1 &amp; 2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功能與性價比專案報告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TextShape 2"/>
          <p:cNvSpPr txBox="1"/>
          <p:nvPr/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ctr">
              <a:lnSpc>
                <a:spcPct val="100000"/>
              </a:lnSpc>
              <a:spcBef>
                <a:spcPts val="641"/>
              </a:spcBef>
            </a:pP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製作者：林煒翰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</a:pP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德明科技大學 資訊管理系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</a:pP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2025</a:t>
            </a: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年</a:t>
            </a: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10</a:t>
            </a: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月</a:t>
            </a:r>
            <a:endParaRPr b="0" lang="en-US" sz="32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報告目標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本報告旨在分析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Nintendo Switch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第一代與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2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在功能、效能與價格上的差異，並評估兩者的性價比。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研究內容包含規格、效能、價格與使用體驗等面向。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最終目標是提供消費者在購買時的參考依據。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主要規格比較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Switch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（第一代）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-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處理器：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NVIDIA Tegra X1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（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2015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技術）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-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螢幕：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6.2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吋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LCD / 7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吋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OLED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-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儲存空間：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32GB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或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64GB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（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OLED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版）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-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解析度：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720p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（掌機）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/1080p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（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TV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）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Switch 2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（第二代）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-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處理器：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NVIDIA Ampere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架構（支援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DLSS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）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-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螢幕：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8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吋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LCD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（傳聞）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-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儲存空間：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256GB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-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解析度：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1080p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（掌機）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/4K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（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TV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模式）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控制與連線功能比較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Joy-Con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控制器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：可拆式設計、易取出但有漂移問題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2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：傳聞採用磁吸式設計，操控更穩但拆卸不便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連線功能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：支援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Wi-Fi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、藍牙、有線網孔（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OLED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版）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2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：預計支援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Wi-Fi 6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、藍牙音訊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市場價格比較（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2025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年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10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月）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以下為各通路價格比較（新台幣）：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優格米電玩：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1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約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10,480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～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10,700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；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2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約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14,380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momo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購物網：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1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約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9,766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～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9,956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；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2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約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14,380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光華商場：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1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約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8,980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～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9,980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；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2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約 </a:t>
            </a:r>
            <a:r>
              <a:rPr b="0" lang="en-US" sz="3200" spc="-1" strike="noStrike">
                <a:solidFill>
                  <a:srgbClr val="000000"/>
                </a:solidFill>
                <a:latin typeface="VAGzStarBold"/>
              </a:rPr>
              <a:t>14,380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遊戲相容性與支援度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1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僅支援原版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遊戲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2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預期向下相容，可遊玩現有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遊戲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部分傳聞顯示，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2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採新卡匣規格，但仍可插舊卡匣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常見遊戲價格：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-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紙片瑪利歐：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$999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-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任天堂明星大亂鬥：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$1290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～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$1590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-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路易吉洋樓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3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：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$1290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性價比分析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2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在硬體上提升顯著，但價格提高約</a:t>
            </a:r>
            <a:r>
              <a:rPr b="0" lang="en-US" sz="3200" spc="-1" strike="noStrike">
                <a:solidFill>
                  <a:srgbClr val="000000"/>
                </a:solidFill>
                <a:latin typeface="VAGzStarBold"/>
                <a:ea typeface="VAGzStarBold"/>
              </a:rPr>
              <a:t>40</a:t>
            </a:r>
            <a:r>
              <a:rPr b="0" lang="en-US" sz="3200" spc="-1" strike="noStrike">
                <a:solidFill>
                  <a:srgbClr val="000000"/>
                </a:solidFill>
                <a:latin typeface="VAGzStarBold"/>
                <a:ea typeface="VAGzStarBold"/>
              </a:rPr>
              <a:t>～</a:t>
            </a:r>
            <a:r>
              <a:rPr b="0" lang="en-US" sz="3200" spc="-1" strike="noStrike">
                <a:solidFill>
                  <a:srgbClr val="000000"/>
                </a:solidFill>
                <a:latin typeface="VAGzStarBold"/>
                <a:ea typeface="VAGzStarBold"/>
              </a:rPr>
              <a:t>50%</a:t>
            </a:r>
            <a:r>
              <a:rPr b="0" lang="en-US" sz="3200" spc="-1" strike="noStrike">
                <a:solidFill>
                  <a:srgbClr val="000000"/>
                </a:solidFill>
                <a:latin typeface="VAGzStarBold"/>
                <a:ea typeface="VAGzStarBold"/>
              </a:rPr>
              <a:t>。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若重視解析度、未來遊戲相容性：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2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性價比高。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若注重續航與價格：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1/OLED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版仍具優勢。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整體而言，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2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適合追求新技術的玩家。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結論與建議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TextShape 2"/>
          <p:cNvSpPr txBox="1"/>
          <p:nvPr/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1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：價格實惠、遊戲豐富、續航穩定。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2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：效能卓越、支援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4K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、具前瞻性。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•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建議：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-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初次購買者或長期使用者 →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2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-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預算有限或手持遊玩者 →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Switch 1/OLED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版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="ctr"/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感謝聆聽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TextShape 2"/>
          <p:cNvSpPr txBox="1"/>
          <p:nvPr/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ctr">
              <a:lnSpc>
                <a:spcPct val="100000"/>
              </a:lnSpc>
              <a:spcBef>
                <a:spcPts val="641"/>
              </a:spcBef>
            </a:pP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Nintendo Switch </a:t>
            </a: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專案報告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</a:pP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指導：資訊管理系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</a:pP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報告人：林煒翰</a:t>
            </a:r>
            <a:endParaRPr b="0" lang="en-US" sz="3200" spc="-1" strike="noStrike">
              <a:latin typeface="Arial"/>
            </a:endParaRPr>
          </a:p>
        </p:txBody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LibreOffice/6.0.4.2$Windows_X86_64 LibreOffice_project/9b0d9b32d5dcda91d2f1a96dc04c645c450872bf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zh-TW</dc:language>
  <cp:lastModifiedBy/>
  <dcterms:modified xsi:type="dcterms:W3CDTF">2025-10-31T22:34:14Z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